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C1F1A"/>
          </a:solidFill>
          <a:ln w="12700">
            <a:solidFill>
              <a:srgbClr val="2C1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417320"/>
            <a:ext cx="3200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TEST CASES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Space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9077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· Usability · Compatibility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1097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1228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12280" y="2971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3474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1228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Document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Assumptions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114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34440"/>
            <a:ext cx="4114800" cy="32918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Login &amp; Sign-Up Authentication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Dashboard (save / load / delete projects)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3D Designer — room editor &amp; furniture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Admin Panel — Users &amp; Projects CRUD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AJAX API endpoints (admin_api, save, delete)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Cross-browser &amp; responsive layout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234440"/>
            <a:ext cx="4114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234440"/>
            <a:ext cx="4114800" cy="329184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234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Application runs on localhost via XAMPP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9744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MySQL DB (smart_design_db) is populated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At least one user &amp; one admin account exist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Login.php connects via PDO to the 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Admin panel accessible at /SSD/admin.html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Tester has browser DevTools for AJAX checks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covers manual verification. AJAX calls verified via browser Network tab (F12).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FUNCTIONAL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Forms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481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40864" y="148132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66944" y="14813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67344" y="148132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755648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75564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" y="175564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Valid Credentials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175564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correct email + password → Submit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76088" y="175564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Dashboard. Session created.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76488" y="175564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057400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05740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" y="205740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Wrong Password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50008" y="205740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wrong password → Submit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76088" y="20574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shown. No redirect. No session.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76488" y="205740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" y="2359152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35915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" y="235915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Empty Fields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50008" y="235915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 with blank email or password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76088" y="235915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required-field alert appears.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76488" y="235915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2660904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266090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" y="266090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– New Account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0008" y="266090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fields correctly → Submit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76088" y="266090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and inserted in DB.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76488" y="266090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2962656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96265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" y="296265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– Duplicate Email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0008" y="2962656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using an already-registered email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76088" y="29626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email already exists. No duplicate row.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76488" y="296265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" y="3264408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26440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" y="326440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– Mismatched Passwords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50008" y="326440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different password &amp; confirm password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76088" y="326440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shown. Account not created.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76488" y="326440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1168" y="3566160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356616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0392" y="356616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Toggle EN / AR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50008" y="356616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EN/AR plaque on login page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76088" y="356616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labels switch. Layout mirrors to RTL.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76488" y="356616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3867912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86791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" y="386791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 / Close Animation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50008" y="386791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door → form appears. Click ✖ → door closes.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76088" y="3867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plays correctly both directions.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76488" y="386791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" y="4169664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" y="416966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" y="416966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Guard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350008" y="41696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' OR 1=1-- in email field and submit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416966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fails. No unauthorized access granted.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76488" y="416966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FUNCTIONAL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AJAX Endpoints &amp; Database Operations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481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 Feature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40864" y="148132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66944" y="14813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67344" y="148132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755648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75564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" y="175564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admin_api.php – Load All Data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175564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admin panel. Check Network tab (F12).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76088" y="175564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with users, projects &amp; stats returned.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76488" y="175564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057400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05740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" y="205740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update_user.php – Change Role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50008" y="205740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role dropdown → check DB.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76088" y="20574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updated in users table + activity logged.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76488" y="205740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" y="2359152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35915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" y="235915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update_user.php – Block User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50008" y="235915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 to 'blocked' → check DB.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76088" y="235915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saved. Activity log entry created.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76488" y="235915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2660904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266090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" y="266090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delete_user.php – Delete User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0008" y="266090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 → confirm → check DB.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76088" y="266090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all projects removed (CASCADE).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76488" y="266090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2962656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96265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" y="296265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delete_user.php – Self-Delete Guard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0008" y="2962656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tries to delete own account.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76088" y="29626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'Cannot delete your own account'.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76488" y="296265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" y="3264408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26440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" y="326440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save_project.php – New Project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50008" y="326440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room → Save → check DB.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76088" y="326440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inserted with correct scene_data JSON.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76488" y="326440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1168" y="3566160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356616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0392" y="356616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save_project.php – Update Project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50008" y="356616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project → Save.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76088" y="356616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DB row updated. projId matches.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76488" y="356616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3867912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86791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" y="386791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get_project.php – Load Project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50008" y="386791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saved project by ID.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76088" y="3867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scene_data JSON returned and rendered.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76488" y="386791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" y="4169664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" y="416966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FT-18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" y="416966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delete_project.php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350008" y="41696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 project → check DB.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416966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row removed. Belongs-to-user enforced.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76488" y="416966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FUNCTIONAL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 Features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481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40864" y="148132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66944" y="14813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67344" y="148132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755648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75564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" y="175564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Load Stats on Open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175564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admin.html. Check sv-users / sv-projects values.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76088" y="175564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counters show correct live DB counts.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76488" y="175564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057400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05740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" y="205740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Section Navigation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50008" y="205740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sidebar item (Overview / Users / Projects).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76088" y="20574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section shows. Others hidden.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76488" y="205740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" y="2359152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35915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" y="235915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Search Users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50008" y="235915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name or email in user search bar.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76088" y="235915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filters in real-time (client-side).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76488" y="235915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2660904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266090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" y="266090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Filter Users by Status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0008" y="266090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Active / Inactive filter button.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76088" y="266090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users shown in table.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76488" y="266090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2962656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96265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" y="296265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Add New User Modal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0008" y="2962656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User → fill form → submit.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76088" y="29626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created and table refreshes.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76488" y="296265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" y="3264408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26440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" y="326440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Edit User Modal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50008" y="326440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icon → change name/role → Save.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76088" y="3264408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updated in DB. Table reflects change.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76488" y="326440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1168" y="3566160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356616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0392" y="356616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Project Grid View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50008" y="356616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Projects section.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76088" y="356616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cards render with room type and owner.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76488" y="356616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3867912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86791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" y="386791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Activity Log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50008" y="386791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Activity Log section.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76088" y="3867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shows latest admin actions with timestamps.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76488" y="386791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" y="4169664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" y="416966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FT-27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" y="416966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– Toast Notifications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350008" y="41696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any CRUD action.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4169664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appears for 3 s then disappears.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76488" y="416966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USABILITY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&amp; UX Assessment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481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40864" y="14813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/ Steps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32704" y="148132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67344" y="148132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755648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75564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" y="175564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First Impression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1755648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new user: understand purpose in &lt; 5 sec?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1848" y="17556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identifies it as a design tool immediately.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76488" y="175564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057400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05740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" y="205740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Animation – Hint Visibility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50008" y="2057400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'CLICK DOORS TO ENTER' hint is visible.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41848" y="2057400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is clearly readable before any interaction.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76488" y="205740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" y="2359152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35915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" y="235915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Label Animation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50008" y="2359152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email / password field.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41848" y="235915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floats up smoothly. Placeholder disappears.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76488" y="235915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2660904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266090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" y="266090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Mode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0008" y="2660904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to AR. Check all labels, icons &amp; layout.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1848" y="266090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mirrors to RTL. Icons flip correctly.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76488" y="266090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2962656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96265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" y="296265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Sidebar Navigation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0008" y="296265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sidebar section in dashboard.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41848" y="2962656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state highlights. Content switches.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76488" y="296265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" y="3264408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26440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" y="326440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Sidebar Navigation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50008" y="3264408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Overview / Users / Projects / Activity.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41848" y="326440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section loads. Smooth fade-in animation.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76488" y="326440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1168" y="3566160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356616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0392" y="356616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 – Wrong Login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50008" y="3566160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wrong credentials. Check error message.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41848" y="3566160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 shown inline. No blank page.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76488" y="356616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3867912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86791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" y="386791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 During AJAX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50008" y="3867912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fetch. Watch for spinner or feedback.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641848" y="386791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visual feedback while data loads.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76488" y="386791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" y="4169664"/>
            <a:ext cx="8915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" y="416966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UT-09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" y="416966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 Clarity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350008" y="4169664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save / delete. Check toast message.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41848" y="416966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readable, correct message, fades after 3 s.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76488" y="416966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01168" y="4471416"/>
            <a:ext cx="8915400" cy="301752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6888" y="447141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UT-10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50392" y="447141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Button Accessibility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350008" y="447141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opening form, locate and click ✖ button.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641848" y="4471416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clearly visible. Closes form without errors.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476488" y="447141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COMPATIBILITY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Cross-Browser Testing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browser tested on: Login Page · Dashboard · 3D Designer · Admin Panel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80010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Version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70048" y="175564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93008" y="175564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07408" y="1755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Designer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04688" y="17556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76288" y="175564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2029968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20299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20299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120+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9192" y="20299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2029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16552" y="20299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202996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85432" y="202996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2359152"/>
            <a:ext cx="80010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" y="23591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" y="235915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121+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79192" y="235915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02152" y="23591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16552" y="235915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3591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5432" y="235915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2688336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26883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" y="26883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120+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79192" y="26883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02152" y="26883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16552" y="26883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268833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85432" y="268833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3017520"/>
            <a:ext cx="80010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30175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" y="3017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17+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79192" y="301752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02152" y="3017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16552" y="301752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13832" y="30175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85432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" y="3346704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" y="33467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" y="33467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Mobile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79192" y="33467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02152" y="334670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16552" y="334670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13832" y="334670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85432" y="334670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7472" y="4114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Safari: backdrop-filter blur requires -webkit-backdrop-filter prefix.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47472" y="4370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Chrome Mobile / Admin: table overflows on narrow screens — card layout needed.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COMPATIBILITY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 Testing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Chrome DevTools device simulation at each breakpoint.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17556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Resolution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52928" y="17556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41648" y="17556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17556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19088" y="17556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Found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2029968"/>
            <a:ext cx="8915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0299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" y="20299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 1920 × 1080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62072" y="20299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50792" y="20299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9512" y="20299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28232" y="2029968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359152"/>
            <a:ext cx="89154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" y="23591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" y="2359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  1366 × 768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2072" y="235915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50792" y="235915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9512" y="235915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28232" y="2359152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2688336"/>
            <a:ext cx="8915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26883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" y="26883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  768 × 1024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62072" y="26883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50792" y="26883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9512" y="26883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28232" y="2688336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overlaps content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" y="3017520"/>
            <a:ext cx="89154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" y="30175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" y="30175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 375 × 812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62072" y="30175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50792" y="30175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39512" y="30175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28232" y="3017520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table overflows screen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" y="3346704"/>
            <a:ext cx="8915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3467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0392" y="334670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 320 × 568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62072" y="33467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50792" y="33467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9512" y="33467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28232" y="3346704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breaks on small screens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1168" y="3822192"/>
            <a:ext cx="87325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1168" y="3822192"/>
            <a:ext cx="8732520" cy="265176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822192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47472" y="4133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Add CSS media query to collapse sidebar below 900px (Tablet fix).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" y="4389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Convert Admin table to card layout below 480px (Mobile fix).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SUMMARY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Results Summary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0010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23744" y="14813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95344" y="14813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49824" y="1481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72784" y="14813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1755648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175564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Authentication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32888" y="175564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04488" y="17556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6008" y="17556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58968" y="17556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1928" y="175564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2084832"/>
            <a:ext cx="80010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20848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AJAX / 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20848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04488" y="208483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36008" y="20848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58968" y="20848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084832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2414016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" y="241401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Admin Panel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32888" y="24140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04488" y="24140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36008" y="241401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58968" y="241401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81928" y="241401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" y="2743200"/>
            <a:ext cx="80010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" y="2743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— UI / UX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32888" y="27432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04488" y="27432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36008" y="27432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58968" y="27432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81928" y="274320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" y="3072384"/>
            <a:ext cx="8001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" y="3072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— Browsers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32888" y="3072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04488" y="30723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36008" y="307238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58968" y="307238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81928" y="30723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1168" y="3401568"/>
            <a:ext cx="8001000" cy="329184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3401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— Responsive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32888" y="340156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904488" y="340156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36008" y="34015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58968" y="34015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81928" y="340156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1168" y="3730752"/>
            <a:ext cx="8001000" cy="329184"/>
          </a:xfrm>
          <a:prstGeom prst="rect">
            <a:avLst/>
          </a:prstGeom>
          <a:solidFill>
            <a:srgbClr val="3E272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" y="37307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32888" y="37307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904488" y="373075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36008" y="373075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58968" y="373075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81928" y="3730752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01168" y="4160520"/>
            <a:ext cx="15727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1168" y="4160520"/>
            <a:ext cx="1572768" cy="5029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" y="4206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4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201168" y="4663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892808" y="4160520"/>
            <a:ext cx="15727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92808" y="4160520"/>
            <a:ext cx="1572768" cy="502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92808" y="4206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1892808" y="4663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584448" y="4160520"/>
            <a:ext cx="15727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84448" y="4160520"/>
            <a:ext cx="1572768" cy="5029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84448" y="4206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05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3584448" y="4663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76088" y="4160520"/>
            <a:ext cx="15727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76088" y="4160520"/>
            <a:ext cx="1572768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76088" y="4206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5276088" y="4663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967728" y="4160520"/>
            <a:ext cx="15727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67728" y="4160520"/>
            <a:ext cx="1572768" cy="5029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67728" y="4206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800" dirty="0"/>
          </a:p>
        </p:txBody>
      </p:sp>
      <p:sp>
        <p:nvSpPr>
          <p:cNvPr id="83" name="Text 81"/>
          <p:cNvSpPr/>
          <p:nvPr/>
        </p:nvSpPr>
        <p:spPr>
          <a:xfrm>
            <a:off x="6967728" y="4663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WEBSITE 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BUGS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Identified Bugs &amp; Recommendations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891540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481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19072" y="148132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24912" y="148132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59552" y="14813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755648"/>
            <a:ext cx="8915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75564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5256" y="17556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28216" y="17556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Login.php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34056" y="175564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plain text — no hashing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68696" y="17556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password_hash() and password_verify()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1168" y="2066544"/>
            <a:ext cx="8915400" cy="310896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06654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5256" y="20665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28216" y="20665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Login.php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34056" y="206654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risk: $email not using prepared statement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68696" y="20665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string concat with PDO prepared statement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2377440"/>
            <a:ext cx="8915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37744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5256" y="23774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28216" y="237744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34056" y="23774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overflows on screens narrower than 400px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68696" y="23774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responsive card view for mobile breakpoint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2688336"/>
            <a:ext cx="8915400" cy="310896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268833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5256" y="26883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28216" y="268833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34056" y="268833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loading indicator shown during AJAX fetch calls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68696" y="26883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spinner or button disabled state on fetch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1168" y="2999232"/>
            <a:ext cx="8915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9992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5256" y="29992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28216" y="299923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34056" y="29992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Safari: backdrop-filter blur not applied correctly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68696" y="29992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-webkit-backdrop-filter prefix in Login.css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01168" y="3310128"/>
            <a:ext cx="8915400" cy="310896"/>
          </a:xfrm>
          <a:prstGeom prst="rect">
            <a:avLst/>
          </a:prstGeom>
          <a:solidFill>
            <a:srgbClr val="F0EBE3"/>
          </a:solidFill>
          <a:ln w="6350">
            <a:solidFill>
              <a:srgbClr val="DD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331012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05256" y="331012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728216" y="33101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34056" y="33101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overlaps main content at tablet width (768px)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68696" y="33101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media query to collapse sidebar below 900px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1168" y="4041648"/>
            <a:ext cx="8732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" y="4041648"/>
            <a:ext cx="8732520" cy="256032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041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BEFORE DEPLOYMENT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7472" y="43251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 and BUG-02 are critical security issues. Both must be fixed in Login.php before the site goes live. The remaining bugs are UI improvements that can be addressed post-launch.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Space Designer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Test Cases — Complete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0" y="2578608"/>
            <a:ext cx="219456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 cases across 6 modules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638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overall pass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security bugs identified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after BUG-01 &amp; BUG-02 are fixed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Space Designer  ·  QA Document  · 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Space Designer – Test Cases</dc:title>
  <dc:subject>PptxGenJS Presentation</dc:subject>
  <dc:creator>PptxGenJS</dc:creator>
  <cp:lastModifiedBy>PptxGenJS</cp:lastModifiedBy>
  <cp:revision>1</cp:revision>
  <dcterms:created xsi:type="dcterms:W3CDTF">2026-05-14T00:13:13Z</dcterms:created>
  <dcterms:modified xsi:type="dcterms:W3CDTF">2026-05-14T00:13:13Z</dcterms:modified>
</cp:coreProperties>
</file>